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6" r:id="rId8"/>
    <p:sldId id="265" r:id="rId9"/>
    <p:sldId id="262" r:id="rId10"/>
    <p:sldId id="263" r:id="rId11"/>
    <p:sldId id="264"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AI for Content Generation – Blog/Article Generator</a:t>
            </a:r>
          </a:p>
        </p:txBody>
      </p:sp>
      <p:sp>
        <p:nvSpPr>
          <p:cNvPr id="3" name="Subtitle 2"/>
          <p:cNvSpPr>
            <a:spLocks noGrp="1"/>
          </p:cNvSpPr>
          <p:nvPr>
            <p:ph type="subTitle" idx="1"/>
          </p:nvPr>
        </p:nvSpPr>
        <p:spPr/>
        <p:txBody>
          <a:bodyPr/>
          <a:lstStyle/>
          <a:p>
            <a:r>
              <a:t>Project Report &amp; Final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a:normAutofit/>
          </a:bodyPr>
          <a:lstStyle/>
          <a:p>
            <a:r>
              <a:rPr sz="2800" dirty="0"/>
              <a:t>Developed an AI-powered blog/article generator using Llama 2 and </a:t>
            </a:r>
            <a:r>
              <a:rPr sz="2800" dirty="0" err="1"/>
              <a:t>LangChain</a:t>
            </a:r>
            <a:r>
              <a:rPr sz="2800" dirty="0"/>
              <a:t>.</a:t>
            </a:r>
          </a:p>
          <a:p>
            <a:r>
              <a:rPr sz="2800" dirty="0"/>
              <a:t>Frontend implemented with </a:t>
            </a:r>
            <a:r>
              <a:rPr sz="2800" dirty="0" err="1"/>
              <a:t>Streamlit</a:t>
            </a:r>
            <a:r>
              <a:rPr sz="2800" dirty="0"/>
              <a:t> for </a:t>
            </a:r>
            <a:r>
              <a:rPr sz="2400" dirty="0">
                <a:latin typeface="+mj-lt"/>
              </a:rPr>
              <a:t>interactive</a:t>
            </a:r>
            <a:r>
              <a:rPr sz="2800" dirty="0"/>
              <a:t> user experience.</a:t>
            </a:r>
          </a:p>
          <a:p>
            <a:r>
              <a:rPr sz="2800" dirty="0"/>
              <a:t>Supports customizable blog styles and word limits.</a:t>
            </a:r>
          </a:p>
          <a:p>
            <a:r>
              <a:rPr sz="2800" dirty="0"/>
              <a:t>Uses prompt engineering to generate human-like articles.</a:t>
            </a:r>
          </a:p>
          <a:p>
            <a:r>
              <a:rPr sz="2800" dirty="0"/>
              <a:t>Designed for fast content generation with minimal user input.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Diagram</a:t>
            </a:r>
          </a:p>
        </p:txBody>
      </p:sp>
      <p:pic>
        <p:nvPicPr>
          <p:cNvPr id="3" name="Picture 2" descr="architecture.png"/>
          <p:cNvPicPr>
            <a:picLocks noChangeAspect="1"/>
          </p:cNvPicPr>
          <p:nvPr/>
        </p:nvPicPr>
        <p:blipFill>
          <a:blip r:embed="rId2"/>
          <a:stretch>
            <a:fillRect/>
          </a:stretch>
        </p:blipFill>
        <p:spPr>
          <a:xfrm>
            <a:off x="640080" y="1188720"/>
            <a:ext cx="7772400" cy="38201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Workflow Explanation</a:t>
            </a:r>
          </a:p>
        </p:txBody>
      </p:sp>
      <p:sp>
        <p:nvSpPr>
          <p:cNvPr id="3" name="Content Placeholder 2"/>
          <p:cNvSpPr>
            <a:spLocks noGrp="1"/>
          </p:cNvSpPr>
          <p:nvPr>
            <p:ph idx="1"/>
          </p:nvPr>
        </p:nvSpPr>
        <p:spPr/>
        <p:txBody>
          <a:bodyPr>
            <a:normAutofit/>
          </a:bodyPr>
          <a:lstStyle/>
          <a:p>
            <a:r>
              <a:rPr sz="2400" dirty="0"/>
              <a:t>User enters topic, blog style and required word count.</a:t>
            </a:r>
          </a:p>
          <a:p>
            <a:r>
              <a:rPr sz="2400" dirty="0" err="1"/>
              <a:t>Streamlit</a:t>
            </a:r>
            <a:r>
              <a:rPr sz="2400" dirty="0"/>
              <a:t> UI captures user request.</a:t>
            </a:r>
          </a:p>
          <a:p>
            <a:r>
              <a:rPr sz="2400" dirty="0" err="1"/>
              <a:t>LangChain</a:t>
            </a:r>
            <a:r>
              <a:rPr sz="2400" dirty="0"/>
              <a:t> </a:t>
            </a:r>
            <a:r>
              <a:rPr sz="2400" dirty="0" err="1"/>
              <a:t>PromptTemplate</a:t>
            </a:r>
            <a:r>
              <a:rPr sz="2400" dirty="0"/>
              <a:t> formats the query.</a:t>
            </a:r>
          </a:p>
          <a:p>
            <a:r>
              <a:rPr sz="2400" dirty="0" err="1"/>
              <a:t>CTransformers</a:t>
            </a:r>
            <a:r>
              <a:rPr sz="2400" dirty="0"/>
              <a:t> loads Llama 2 GGML model.</a:t>
            </a:r>
          </a:p>
          <a:p>
            <a:r>
              <a:rPr sz="2400" dirty="0"/>
              <a:t>LLM generates a contextual and coherent blog article.</a:t>
            </a:r>
          </a:p>
          <a:p>
            <a:r>
              <a:rPr sz="2400" dirty="0"/>
              <a:t>Generated content is displayed in the </a:t>
            </a:r>
            <a:r>
              <a:rPr sz="2400" dirty="0" err="1"/>
              <a:t>Streamlit</a:t>
            </a:r>
            <a:r>
              <a:rPr sz="2400" dirty="0"/>
              <a:t> interface.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p:nvPr>
        </p:nvSpPr>
        <p:spPr/>
        <p:txBody>
          <a:bodyPr>
            <a:normAutofit/>
          </a:bodyPr>
          <a:lstStyle/>
          <a:p>
            <a:r>
              <a:rPr sz="2400" dirty="0"/>
              <a:t>Python</a:t>
            </a:r>
          </a:p>
          <a:p>
            <a:r>
              <a:rPr sz="2400" dirty="0" err="1"/>
              <a:t>Streamlit</a:t>
            </a:r>
            <a:endParaRPr sz="2400" dirty="0"/>
          </a:p>
          <a:p>
            <a:r>
              <a:rPr sz="2400" dirty="0" err="1"/>
              <a:t>LangChain</a:t>
            </a:r>
            <a:endParaRPr sz="2400" dirty="0"/>
          </a:p>
          <a:p>
            <a:r>
              <a:rPr sz="2400" dirty="0"/>
              <a:t>Llama 2</a:t>
            </a:r>
          </a:p>
          <a:p>
            <a:r>
              <a:rPr sz="2400" dirty="0" err="1"/>
              <a:t>CTransformers</a:t>
            </a:r>
            <a:endParaRPr sz="2400" dirty="0"/>
          </a:p>
          <a:p>
            <a:r>
              <a:rPr sz="2400" dirty="0"/>
              <a:t>Prompt Engineering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Results &amp; Screenshots</a:t>
            </a:r>
          </a:p>
        </p:txBody>
      </p:sp>
      <p:pic>
        <p:nvPicPr>
          <p:cNvPr id="7" name="Picture 6">
            <a:extLst>
              <a:ext uri="{FF2B5EF4-FFF2-40B4-BE49-F238E27FC236}">
                <a16:creationId xmlns:a16="http://schemas.microsoft.com/office/drawing/2014/main" id="{3E3D17A3-D0FA-16B7-8059-229DF5592629}"/>
              </a:ext>
            </a:extLst>
          </p:cNvPr>
          <p:cNvPicPr>
            <a:picLocks noChangeAspect="1"/>
          </p:cNvPicPr>
          <p:nvPr/>
        </p:nvPicPr>
        <p:blipFill>
          <a:blip r:embed="rId2"/>
          <a:stretch>
            <a:fillRect/>
          </a:stretch>
        </p:blipFill>
        <p:spPr>
          <a:xfrm>
            <a:off x="480128" y="1417638"/>
            <a:ext cx="8183744" cy="39409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B5076-9556-9F1D-B48F-3129F23159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835CC-A6CE-72C3-C2EB-B43D2A7AD095}"/>
              </a:ext>
            </a:extLst>
          </p:cNvPr>
          <p:cNvSpPr>
            <a:spLocks noGrp="1"/>
          </p:cNvSpPr>
          <p:nvPr>
            <p:ph type="title"/>
          </p:nvPr>
        </p:nvSpPr>
        <p:spPr/>
        <p:txBody>
          <a:bodyPr/>
          <a:lstStyle/>
          <a:p>
            <a:r>
              <a:rPr dirty="0"/>
              <a:t>Results &amp; Screenshots</a:t>
            </a:r>
          </a:p>
        </p:txBody>
      </p:sp>
      <p:pic>
        <p:nvPicPr>
          <p:cNvPr id="4" name="Picture 3">
            <a:extLst>
              <a:ext uri="{FF2B5EF4-FFF2-40B4-BE49-F238E27FC236}">
                <a16:creationId xmlns:a16="http://schemas.microsoft.com/office/drawing/2014/main" id="{09645F27-E27E-BD84-E735-53B555F2F3DC}"/>
              </a:ext>
            </a:extLst>
          </p:cNvPr>
          <p:cNvPicPr>
            <a:picLocks noChangeAspect="1"/>
          </p:cNvPicPr>
          <p:nvPr/>
        </p:nvPicPr>
        <p:blipFill>
          <a:blip r:embed="rId2"/>
          <a:stretch>
            <a:fillRect/>
          </a:stretch>
        </p:blipFill>
        <p:spPr>
          <a:xfrm>
            <a:off x="186813" y="1530552"/>
            <a:ext cx="8608960" cy="3796895"/>
          </a:xfrm>
          <a:prstGeom prst="rect">
            <a:avLst/>
          </a:prstGeom>
        </p:spPr>
      </p:pic>
    </p:spTree>
    <p:extLst>
      <p:ext uri="{BB962C8B-B14F-4D97-AF65-F5344CB8AC3E}">
        <p14:creationId xmlns:p14="http://schemas.microsoft.com/office/powerpoint/2010/main" val="3939919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B7FE5-51F9-F651-FC52-39334A664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22AE4-80C7-17A8-3D22-981AAA7CB1B4}"/>
              </a:ext>
            </a:extLst>
          </p:cNvPr>
          <p:cNvSpPr>
            <a:spLocks noGrp="1"/>
          </p:cNvSpPr>
          <p:nvPr>
            <p:ph type="title"/>
          </p:nvPr>
        </p:nvSpPr>
        <p:spPr/>
        <p:txBody>
          <a:bodyPr/>
          <a:lstStyle/>
          <a:p>
            <a:r>
              <a:rPr dirty="0"/>
              <a:t>Results &amp; Screenshots</a:t>
            </a:r>
          </a:p>
        </p:txBody>
      </p:sp>
      <p:sp>
        <p:nvSpPr>
          <p:cNvPr id="4" name="TextBox 3">
            <a:extLst>
              <a:ext uri="{FF2B5EF4-FFF2-40B4-BE49-F238E27FC236}">
                <a16:creationId xmlns:a16="http://schemas.microsoft.com/office/drawing/2014/main" id="{B3E8D328-41BF-0912-8463-7684CA298855}"/>
              </a:ext>
            </a:extLst>
          </p:cNvPr>
          <p:cNvSpPr txBox="1"/>
          <p:nvPr/>
        </p:nvSpPr>
        <p:spPr>
          <a:xfrm>
            <a:off x="1002890" y="5937030"/>
            <a:ext cx="7000567" cy="646331"/>
          </a:xfrm>
          <a:prstGeom prst="rect">
            <a:avLst/>
          </a:prstGeom>
          <a:noFill/>
        </p:spPr>
        <p:txBody>
          <a:bodyPr wrap="square">
            <a:spAutoFit/>
          </a:bodyPr>
          <a:lstStyle/>
          <a:p>
            <a:r>
              <a:rPr lang="en-US" dirty="0"/>
              <a:t>Predicted Final Output: The system successfully generated high-quality, human-readable blogs with low latency and contextual accuracy.</a:t>
            </a:r>
          </a:p>
        </p:txBody>
      </p:sp>
      <p:pic>
        <p:nvPicPr>
          <p:cNvPr id="8" name="Picture 7">
            <a:extLst>
              <a:ext uri="{FF2B5EF4-FFF2-40B4-BE49-F238E27FC236}">
                <a16:creationId xmlns:a16="http://schemas.microsoft.com/office/drawing/2014/main" id="{D250D3B8-C2C6-B5A2-6564-156D44E0CAD7}"/>
              </a:ext>
            </a:extLst>
          </p:cNvPr>
          <p:cNvPicPr>
            <a:picLocks noChangeAspect="1"/>
          </p:cNvPicPr>
          <p:nvPr/>
        </p:nvPicPr>
        <p:blipFill>
          <a:blip r:embed="rId2"/>
          <a:stretch>
            <a:fillRect/>
          </a:stretch>
        </p:blipFill>
        <p:spPr>
          <a:xfrm>
            <a:off x="2476207" y="1417638"/>
            <a:ext cx="4190063" cy="4408873"/>
          </a:xfrm>
          <a:prstGeom prst="rect">
            <a:avLst/>
          </a:prstGeom>
        </p:spPr>
      </p:pic>
    </p:spTree>
    <p:extLst>
      <p:ext uri="{BB962C8B-B14F-4D97-AF65-F5344CB8AC3E}">
        <p14:creationId xmlns:p14="http://schemas.microsoft.com/office/powerpoint/2010/main" val="2594701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Faced</a:t>
            </a:r>
          </a:p>
        </p:txBody>
      </p:sp>
      <p:sp>
        <p:nvSpPr>
          <p:cNvPr id="3" name="Content Placeholder 2"/>
          <p:cNvSpPr>
            <a:spLocks noGrp="1"/>
          </p:cNvSpPr>
          <p:nvPr>
            <p:ph idx="1"/>
          </p:nvPr>
        </p:nvSpPr>
        <p:spPr/>
        <p:txBody>
          <a:bodyPr/>
          <a:lstStyle/>
          <a:p>
            <a:r>
              <a:t>Large model size causing higher memory usage.</a:t>
            </a:r>
          </a:p>
          <a:p>
            <a:r>
              <a:t>Inference latency during blog generation.</a:t>
            </a:r>
          </a:p>
          <a:p>
            <a:r>
              <a:t>Prompt tuning required for quality output.</a:t>
            </a:r>
          </a:p>
          <a:p>
            <a:r>
              <a:t>Managing local model dependencies and configurations.</a:t>
            </a:r>
          </a:p>
          <a:p>
            <a:r>
              <a:t>Ensuring generated content remains relevant and non-repetitive.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Improvements</a:t>
            </a:r>
          </a:p>
        </p:txBody>
      </p:sp>
      <p:sp>
        <p:nvSpPr>
          <p:cNvPr id="3" name="Content Placeholder 2"/>
          <p:cNvSpPr>
            <a:spLocks noGrp="1"/>
          </p:cNvSpPr>
          <p:nvPr>
            <p:ph idx="1"/>
          </p:nvPr>
        </p:nvSpPr>
        <p:spPr/>
        <p:txBody>
          <a:bodyPr>
            <a:normAutofit/>
          </a:bodyPr>
          <a:lstStyle/>
          <a:p>
            <a:r>
              <a:rPr sz="2400" dirty="0"/>
              <a:t>Deploy application on cloud platforms like AWS or Azure.</a:t>
            </a:r>
          </a:p>
          <a:p>
            <a:r>
              <a:rPr sz="2400" dirty="0"/>
              <a:t>Add multilingual content generation support.</a:t>
            </a:r>
          </a:p>
          <a:p>
            <a:r>
              <a:rPr sz="2400" dirty="0"/>
              <a:t>Integrate SEO optimization features.</a:t>
            </a:r>
          </a:p>
          <a:p>
            <a:r>
              <a:rPr sz="2400" dirty="0"/>
              <a:t>Enable export to PDF/DOCX formats.</a:t>
            </a:r>
          </a:p>
          <a:p>
            <a:r>
              <a:rPr sz="2400" dirty="0"/>
              <a:t>Implement fine-tuned domain-specific models.</a:t>
            </a:r>
          </a:p>
          <a:p>
            <a:r>
              <a:rPr sz="2400" dirty="0"/>
              <a:t>Add plagiarism and grammar checking.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r>
              <a:rPr sz="2400" dirty="0"/>
              <a:t>The AI Blog Generator project demonstrates the practical implementation of Large Language Models for automated content generation. The system provides scalable and efficient blog generation with interactive user inputs and customizable outputs.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TotalTime>
  <Words>269</Words>
  <Application>Microsoft Office PowerPoint</Application>
  <PresentationFormat>On-screen Show (4:3)</PresentationFormat>
  <Paragraphs>42</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AI for Content Generation – Blog/Article Generator</vt:lpstr>
      <vt:lpstr>Project Overview</vt:lpstr>
      <vt:lpstr>Architecture Diagram</vt:lpstr>
      <vt:lpstr>Workflow Explanation</vt:lpstr>
      <vt:lpstr>Technology Stack</vt:lpstr>
      <vt:lpstr>Results &amp; Screenshots</vt:lpstr>
      <vt:lpstr>Results &amp; Screenshots</vt:lpstr>
      <vt:lpstr>Results &amp; Screenshots</vt:lpstr>
      <vt:lpstr>Challenges Faced</vt:lpstr>
      <vt:lpstr>Future Improvements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sarang kadivar</cp:lastModifiedBy>
  <cp:revision>3</cp:revision>
  <dcterms:created xsi:type="dcterms:W3CDTF">2013-01-27T09:14:16Z</dcterms:created>
  <dcterms:modified xsi:type="dcterms:W3CDTF">2026-05-15T06:49:04Z</dcterms:modified>
  <cp:category/>
</cp:coreProperties>
</file>